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2"/>
  </p:normalViewPr>
  <p:slideViewPr>
    <p:cSldViewPr snapToGrid="0">
      <p:cViewPr varScale="1">
        <p:scale>
          <a:sx n="119" d="100"/>
          <a:sy n="119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7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6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14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5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633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5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0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0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5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C82DF-EA4D-6A40-9F83-E1DE5A1A3970}" type="datetimeFigureOut">
              <a:rPr lang="en-US" smtClean="0"/>
              <a:t>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FC41C0-72FE-4C4A-B523-C29851D7A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80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E256-B9A8-B40A-B5DF-DE35A1668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897063"/>
            <a:ext cx="7772400" cy="2387600"/>
          </a:xfrm>
        </p:spPr>
        <p:txBody>
          <a:bodyPr/>
          <a:lstStyle/>
          <a:p>
            <a:r>
              <a:rPr lang="en-US" dirty="0"/>
              <a:t>Technology Driven Consumer Behavior</a:t>
            </a:r>
          </a:p>
        </p:txBody>
      </p:sp>
    </p:spTree>
    <p:extLst>
      <p:ext uri="{BB962C8B-B14F-4D97-AF65-F5344CB8AC3E}">
        <p14:creationId xmlns:p14="http://schemas.microsoft.com/office/powerpoint/2010/main" val="517863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B366B-5489-92CE-6DB1-E0525ECF9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87400"/>
            <a:ext cx="7886700" cy="5389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36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600" kern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Technology has redefined how consumers behave, offering new tools for decision-making, new channels for interaction, and faster ways to satisfy needs.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8176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C2D5-A0AF-6410-0359-14C25243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Drivers of Technology-Driven Consumer </a:t>
            </a:r>
            <a:r>
              <a:rPr lang="en-IN" b="1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D0DC-F93E-FEE3-E478-51E2EB024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78375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Connectivity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Instant access to information, enabling informed decisions.</a:t>
            </a:r>
            <a:r>
              <a:rPr lang="en-IN" sz="18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Ex.: Comparing hotel prices on platforms like Booking.com or Agoda.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Big Data and Analytics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Businesses use consumer data to deliver personalized experiences.</a:t>
            </a:r>
            <a:r>
              <a:rPr lang="en-IN" sz="18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Ex.: Spotify's "Wrapped" feature summarizing users' listening habits.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 Media Influence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Social platforms create communities and drive trends.</a:t>
            </a:r>
            <a:r>
              <a:rPr lang="en-IN" sz="18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Ex.: Viral TikTok challenges influencing purchases.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and Personalization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Predictive algorithms provide tailored recommendations.</a:t>
            </a:r>
            <a:r>
              <a:rPr lang="en-IN" sz="18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Ex.: Netflix or YouTube suggesting content based on viewing habits.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 Commerce (M-Commerce)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Growing reliance on smartphones for browsing and shopping.</a:t>
            </a:r>
            <a:r>
              <a:rPr lang="en-IN" sz="1800" kern="100" dirty="0"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Ex.: Mobile wallets like Google Pay and Apple Pay facilitating instant transactions.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5755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EB01B-834E-FC48-8BB6-D98D0CAF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Changes in the Consumer Decision-Making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E72A7-4A60-D1D7-E814-A0AE755D1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Shortened Decision Journeys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Consumers rely on quick online searches and reviews to decide.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Swiggy and Zomato menus with user ratings simplifying food choices.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Reviews and Ratings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Peer reviews are valued more than advertisements.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Amazon reviews influencing consumer trust in products.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Impulse Buying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Flash sales and push notifications encourage instant purchases.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Flipkart’s Big Billion Days or Amazon’s Prime Day sales.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Increased Social Validation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Consumers seek social proof through likes, shares, and comments.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Choosing a restaurant based on Instagram posts or hashtags</a:t>
            </a: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0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7A0D-A003-7153-453B-5C24D5467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Emerging Consumer Behaviours Driven by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14EBB-93FD-C6FF-3A2A-4060A325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Omnichannel Behaviour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Seamless shopping across online and offline platforms.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Ordering online but picking up in-store (click-and-collect services).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Subscription Economy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 from ownership to access models.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Streaming platforms like Netflix or fitness apps like </a:t>
            </a:r>
            <a:r>
              <a:rPr lang="en-I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Cult.fit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Voice-Activated Shopping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assistants enabling hands-free purchases.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Order via Alexa or Google Assistant.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Privacy-Conscious Consumers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Growing awareness of data privacy leads to selective sharing.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New </a:t>
            </a:r>
            <a:r>
              <a:rPr lang="en-IN" sz="1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earch engines gaining popularity for its no-tracking policy.</a:t>
            </a:r>
            <a:endParaRPr lang="en-IN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48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2A8F-3C65-5AF1-4F81-CA7FDF36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Technology’s Role in Shaping Consumer Perception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28F58-F252-9215-12D7-A7535498B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Augmented Reality (AR)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Enhanced product trials before buying.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Lenskart’s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virtual try-on feature for glasses.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Rewards-based engagement.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amified learning to keep users motivated.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Virtual Communities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Shared consumer experiences through online groups</a:t>
            </a:r>
            <a:r>
              <a:rPr lang="en-IN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22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822C7-6CA5-F0F3-E1FC-524A7182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Challenges and Ethical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B386-26A4-1355-69E1-5E3A3188A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Privacy Issues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Growing concerns about data misuse.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Cambridge Analytica scandal affecting Facebook’s reputation.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Overload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Overexposure to advertisements and constant notifications.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Solution: Using “Do Not Disturb” features or ad blockers.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Deceptive Practices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Fake reviews and misleading ads eroding trust.</a:t>
            </a:r>
            <a:endParaRPr lang="en-IN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7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3ED4C-6958-2BC4-E11C-F65F7F0D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Real-World Case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9346-32AE-7331-A9DB-A740D173F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Amazon Go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Technology: Sensors and AI for cashier-less shopping.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 Reinventing convenience for urban consumers.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Nike’s Digital Transformation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Technology: Fitness apps and personalized training plans.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Impact: Enhanced engagement beyond physical products.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Apple’s Ecosystem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Technology: Seamless integration across devices.</a:t>
            </a:r>
            <a:endParaRPr lang="en-IN" kern="100" dirty="0"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Impact: Strong customer loyalty and frequent upgrades.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27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B22B-3794-9D1A-982C-A89973EB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Future Trends in Technology-Driven Consumer </a:t>
            </a:r>
            <a:r>
              <a:rPr lang="en-IN" b="1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B5C2-E38D-2519-CCF3-5ED503A7C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Metaverse Shopping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Immersive experiences in virtual environments.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Brands like Gucci designing virtual stores.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Blockchain for Transparency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Ensuring ethical sourcing through immutable records.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Food supply chains adopting blockchain for traceability.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Hyper-Personalization</a:t>
            </a: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Micro-targeted marketing using advanced AI.</a:t>
            </a:r>
            <a:r>
              <a:rPr lang="en-US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Tailored skincare regimens based on genetic data. </a:t>
            </a:r>
          </a:p>
        </p:txBody>
      </p:sp>
    </p:spTree>
    <p:extLst>
      <p:ext uri="{BB962C8B-B14F-4D97-AF65-F5344CB8AC3E}">
        <p14:creationId xmlns:p14="http://schemas.microsoft.com/office/powerpoint/2010/main" val="303177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0420-D1BA-C51C-65B6-DD32ED01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0C2E5-697D-A855-AC14-E7BED7730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SzPts val="1000"/>
              <a:buNone/>
              <a:tabLst>
                <a:tab pos="457200" algn="l"/>
              </a:tabLst>
            </a:pPr>
            <a:b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 is a powerful driver reshaping consumer behaviour, offering convenience and personalization while posing challenges like privacy concerns.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lvl="0" indent="0">
              <a:buSzPts val="1000"/>
              <a:buNone/>
              <a:tabLst>
                <a:tab pos="457200" algn="l"/>
              </a:tabLst>
            </a:pPr>
            <a:b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Adopt technology ethically to build trust and long-term relationships with consumers.</a:t>
            </a:r>
            <a:endParaRPr lang="en-IN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244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630</Words>
  <Application>Microsoft Macintosh PowerPoint</Application>
  <PresentationFormat>On-screen Show (4:3)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Times New Roman</vt:lpstr>
      <vt:lpstr>Office Theme</vt:lpstr>
      <vt:lpstr>Technology Driven Consumer Behavior</vt:lpstr>
      <vt:lpstr>PowerPoint Presentation</vt:lpstr>
      <vt:lpstr>Key Drivers of Technology-Driven Consumer Behavior</vt:lpstr>
      <vt:lpstr>Changes in the Consumer Decision-Making Process</vt:lpstr>
      <vt:lpstr>Emerging Consumer Behaviours Driven by Technology</vt:lpstr>
      <vt:lpstr>Technology’s Role in Shaping Consumer Perception</vt:lpstr>
      <vt:lpstr>Challenges and Ethical Considerations</vt:lpstr>
      <vt:lpstr>Real-World Case Studies</vt:lpstr>
      <vt:lpstr>Future Trends in Technology-Driven Consumer Behavior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RAVIKOWADKAR</dc:creator>
  <cp:lastModifiedBy>RAVIKOWADKAR</cp:lastModifiedBy>
  <cp:revision>7</cp:revision>
  <dcterms:created xsi:type="dcterms:W3CDTF">2025-01-07T16:02:46Z</dcterms:created>
  <dcterms:modified xsi:type="dcterms:W3CDTF">2025-01-08T07:14:23Z</dcterms:modified>
</cp:coreProperties>
</file>